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408" y="-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03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Présentez-vous brièvement : nom, filière, module concerné. Mentionnez que ce projet répond à un besoin quotidien concret.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que ce projet vient résoudre un problème du quotidien. Insistez sur l'aspect 'absent' : personne n'est là pour rentrer les vêtements. C'est là qu'intervient l'IoT.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les 4 objectifs un par un. Insistez sur l'objectif 3 (contrôle à distance) : c'est ce qui fait la valeur IoT du projet. L'objectif 4 montre que la solution est réplicable.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Décrivez le flux : DHT22 mesure → ESP32 traite → décision automatique → SG90 actionne. En parallèle, ESP32 envoie les données via Wi-Fi vers Blynk. L'utilisateur peut aussi envoyer des commandes manuelles depuis Blynk.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chaque composant en 30 secondes. Pour l'ESP32 : c'est le cerveau du système. DHT22 : les yeux (mesure). SG90 : les bras (actionneur). Blynk : l'interface utilisateur à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l'organigramme étape par étape. Insistez sur la condition de décision : temp ≤ 30°C OU humidité ≥ 50% → ouverture préventive. La logique est conservative : on protège dès le moindre risque.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la maquette Blynk en détail. Expliquez chaque Virtual Pin (V1, V2, V3, V6, V8). En mode automatique : le servo réagit seul aux données DHT22. En mode manuel : l'utilisateur appuie sur Open/Close depuis l'app.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Résumez les points clés du projet. Enchaînez avec les perspectives pour montrer la vision long terme. Terminez par remercier le jury et inviter les questions. Durée estimée de cette diapositive : 45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7432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IoT — MASTER BDSI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9144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Canopy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548640" y="182880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Protection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Vêtements contre la Pluie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" y="2816352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2926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Oumaima Bimesmaren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Chaimae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Essalhi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Yassine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Issalhi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BDSI  |  Internet of Things (IoT)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2025–2026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514600" y="42062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1460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42062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8056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46520" y="42062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8016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  Problème réel : Les vêtements étendus sur une terrasse ou un balcon sont vulnérables aux intempéries (pluie, humidité). L'oubli d'un vêtement sous la pluie est un problème courant lorsqu'on est absent ou occupé.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60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606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0906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 excessive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4747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L'humidité de l'air peut mouiller les vêtements même sans pluie directe.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560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606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291840" y="30906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de température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34747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températures basses signalent souvent un risque de précipitations.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2560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26480" y="2606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📵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126480" y="30906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l'utilisateur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34747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rentrer les vêtements à distance sans un système automatisé.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3258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2984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intelligente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7556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automatiquement les conditions météo défavorables et actionner la protection des vêtements sans intervention humaine.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3258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23560" y="12984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en temps réel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7556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en continu les données de température et d'humidité vers l'application Blynk IoT pour un suivi instantané.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30175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31546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1272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à distance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35844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l'utilisateur de contrôler manuellement le système depuis son smartphone, où qu'il soit.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800600" y="30175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37760" y="31546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23560" y="31272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économique et accessible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37760" y="35844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composants abordables (ESP32, DHT22, SG90) pour une solution IoT reproductible facilement.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 du Système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554480"/>
            <a:ext cx="2743200" cy="1188720"/>
          </a:xfrm>
          <a:prstGeom prst="roundRect">
            <a:avLst>
              <a:gd name="adj" fmla="val 11538"/>
            </a:avLst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572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ESP32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Microcontrôleur principal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874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DHT22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&amp; Humidité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423160"/>
            <a:ext cx="7315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87452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Servo SG90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/ Fermeture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423160"/>
            <a:ext cx="7315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520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Wi-Fi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Internet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0" cy="77724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352044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Blynk IoT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3977640"/>
            <a:ext cx="731520" cy="0"/>
          </a:xfrm>
          <a:prstGeom prst="line">
            <a:avLst/>
          </a:prstGeom>
          <a:noFill/>
          <a:ln w="254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</a:rPr>
              <a:t>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Matériels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4300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ESP32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Microcontrôleur principal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Wi-Fi 802.11 b/g/n intégré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084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Bluetooth 4.2 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2768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Processeur Xtensa LX6 240 MHz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468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Mémoire Flash 4 MB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6609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GPIO, ADC, PWM, I2C, SPI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14300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Capteur DHT22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920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&amp; Humidité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2040" y="1892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Plage temp. : -40°C à +80°C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92040" y="2084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Humidité : 0 – 100% RH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22768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Précision : ±0.5°C / ±2–5%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2468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Protocole numérique 1-Wire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26609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Alimentation 3.3V – 5V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306324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Servomoteur SG90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72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Actionneur du canopy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Angle de rotation : 0° à 180°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005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Couple : 1.8 kg·cm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197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Vitesse : 0.12 s / 60°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389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Commande PWM (50 Hz)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581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Alimentation : 4.8V – 6V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306324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89204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Blynk IoT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89204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à distance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mobile iOS/Android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92040" y="4005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Widgets configurables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92040" y="4197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Datastreams V1, V2, V3, V6, V8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92040" y="4389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Tableau de bord en temps réel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92040" y="4581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et alertes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 de Fonctionnement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0" y="1051560"/>
            <a:ext cx="18288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0" y="1051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0" y="150876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0" y="1691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1691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DHT22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(Temp. &amp; Humidité)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228600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24688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0" y="2468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vers Blynk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(V2 Temp, V3 Humidité)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06324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4023360" y="3246120"/>
            <a:ext cx="10972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862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?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86200" y="3566160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34015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6120" y="3566160"/>
            <a:ext cx="0" cy="1371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28800" y="37033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28800" y="3703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≤ 30°C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Humidité ≥ 50% ?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40280" y="429768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63040" y="4480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463040" y="4480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Canopy OUVERT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(Servo 90°)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429000" y="429768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54680" y="4480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154680" y="4480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Canopy FERMÉ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(Servo 0°)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257800" y="3566160"/>
            <a:ext cx="6400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0" y="34015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97880" y="3566160"/>
            <a:ext cx="0" cy="13716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77840" y="37033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57784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Blynk (V1)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→ Servo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58000" y="4297680"/>
            <a:ext cx="0" cy="18288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7880" y="44805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897880" y="4480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Mode Manuel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 rot="5400000">
            <a:off x="457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AUTOMATIQUE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 rot="5400000">
            <a:off x="850392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MANUEL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Blynk IoT — Widgets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3200400" cy="379476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931920" y="114300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041648" y="123444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4164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17720" y="11795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Open/Close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617720" y="1444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Switch pour ouvrir ou fermer le canopy en mode manuel.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931920" y="1892808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041648" y="198424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4164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17720" y="1929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(°C)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61772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temps réel de la température mesurée par le DHT22.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931920" y="2642616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041648" y="273405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41648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617720" y="26791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 (%)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617720" y="2944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temps réel du taux d'humidité relative.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931920" y="3392424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041648" y="348386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041648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617720" y="3429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Canopy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617720" y="3694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indiquant l'état actuel : Ouvert ou Fermé.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931920" y="4142232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041648" y="4233672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041648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617720" y="4178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Auto / Manuel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4617720" y="44439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pour basculer entre mode automatique et mode manuel.</a:t>
            </a:r>
            <a:endParaRPr lang="en-US" sz="10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5F0F968-8E6F-B7B2-40C4-211708DBE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22426"/>
            <a:ext cx="3054626" cy="3769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fonctionnel répondant au besoin de protection automatique des vêtements.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74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et contrôle à distance via Blynk IoT confirmés.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décision efficace basée sur deux critères météo (temp + humidité).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Améliorations futures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041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Intégration d'une API météo (prévision à 1h)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4041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Panneau solaire pour autonomie énergétique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25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Notifications push Blynk en cas d'alerte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425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Support de plusieurs points d'extension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2834640" cy="2560320"/>
          </a:xfrm>
          <a:prstGeom prst="roundRect">
            <a:avLst>
              <a:gd name="adj" fmla="val 7143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4231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attention 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35040" y="3429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BDSI — 2025/2026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Canopy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945</Words>
  <Application>Microsoft Office PowerPoint</Application>
  <PresentationFormat>On-screen Show (16:9)</PresentationFormat>
  <Paragraphs>150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Canopy - IoT Project</dc:title>
  <dc:subject>PptxGenJS Presentation</dc:subject>
  <dc:creator>Oumaima Bimesmaren</dc:creator>
  <cp:lastModifiedBy>oumaima bimesmaren</cp:lastModifiedBy>
  <cp:revision>2</cp:revision>
  <dcterms:created xsi:type="dcterms:W3CDTF">2026-06-18T08:12:11Z</dcterms:created>
  <dcterms:modified xsi:type="dcterms:W3CDTF">2026-06-18T09:10:34Z</dcterms:modified>
</cp:coreProperties>
</file>